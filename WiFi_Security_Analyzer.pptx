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59DFD-67E2-4993-B499-DD90E0FE9EE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8843BD-FFD9-4EA9-87D3-2A7B0534E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287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843BD-FFD9-4EA9-87D3-2A7B0534ED0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377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Wi-Fi Security Analyzer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Local Network Device Mapper</a:t>
            </a:r>
          </a:p>
          <a:p>
            <a:r>
              <a:t>Cybersecurity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 Visibility: Map the local network topology dynamically.</a:t>
            </a:r>
          </a:p>
          <a:p>
            <a:r>
              <a:t>Device Identification: Discover all active hosts and their IP/MAC addresses.</a:t>
            </a:r>
          </a:p>
          <a:p>
            <a:r>
              <a:t>Hardware Contextualization: Translate MAC addresses to manufacturer names.</a:t>
            </a:r>
          </a:p>
          <a:p>
            <a:r>
              <a:t>Security Baseline: Detect rogue access points or unauthorized intruders.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Technology Stack &amp;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Core Language: Python 3.8+</a:t>
            </a:r>
          </a:p>
          <a:p>
            <a:r>
              <a:rPr dirty="0"/>
              <a:t>Primary Libraries: </a:t>
            </a:r>
            <a:r>
              <a:rPr dirty="0" err="1"/>
              <a:t>Scapy</a:t>
            </a:r>
            <a:r>
              <a:rPr dirty="0"/>
              <a:t>, Colorama</a:t>
            </a:r>
          </a:p>
          <a:p>
            <a:r>
              <a:rPr dirty="0"/>
              <a:t>System Requirements: </a:t>
            </a:r>
            <a:r>
              <a:rPr dirty="0" err="1"/>
              <a:t>Npcap</a:t>
            </a:r>
            <a:r>
              <a:rPr dirty="0"/>
              <a:t> driver (Windows socket manipulation)</a:t>
            </a:r>
          </a:p>
          <a:p>
            <a:r>
              <a:rPr dirty="0"/>
              <a:t>Execution Context: Requires Administrator / Root privileges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91</Words>
  <Application>Microsoft Office PowerPoint</Application>
  <PresentationFormat>On-screen Show (4:3)</PresentationFormat>
  <Paragraphs>14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Wi-Fi Security Analyzer</vt:lpstr>
      <vt:lpstr>Project Objectives</vt:lpstr>
      <vt:lpstr>Technology Stack &amp; Requirements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Rishabh Gautam</cp:lastModifiedBy>
  <cp:revision>3</cp:revision>
  <dcterms:created xsi:type="dcterms:W3CDTF">2013-01-27T09:14:16Z</dcterms:created>
  <dcterms:modified xsi:type="dcterms:W3CDTF">2026-04-22T05:18:50Z</dcterms:modified>
  <cp:category/>
</cp:coreProperties>
</file>